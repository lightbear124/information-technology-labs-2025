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269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73" y="498764"/>
            <a:ext cx="4804756" cy="48047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34545" y="1248987"/>
            <a:ext cx="5985133" cy="1379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Инструменты управления задачами в Agile-проектах (Jira, Trello, Asana, ClickUp)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34545" y="2626822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презентации мы рассмотрим основные инструменты управления задачами в Agile-проектах, такие как Jira, Trello, Asana и ClickUp. Ознакомимся с их ключевыми функциями и возможностями, а также проведём сравнение популярных инструментов для управления Agile-проектами и опишем, как они могут быть применены для методов Scrum и Kanban. Кроме того, представим примеры настройки спринтов и досок задач.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09" cy="581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Обзор Jira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4156364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Jira — это мощный инструмент для управления задачами в Agile-проектах, который позволяет отслеживать задачи, управлять проектами и контролировать сроки.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58000" y="1662545"/>
            <a:ext cx="4156364" cy="2427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Платформа предлагает широкие возможности для настройки рабочих процессов и интеграции с другими сервисами, что делает её незаменимой для команд, работающих по гибким методологиям. Jira обеспечивает прозрачность и коммуникацию между участниками проекта, что способствует повышению эффективности работы.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98764"/>
            <a:ext cx="4680065" cy="60516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082733"/>
            <a:ext cx="5985132" cy="581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Обзор Trello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Trello — это инструмент управления задачами, который позволяет создавать списки и карточки для организации работы.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740727"/>
            <a:ext cx="5818909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Он поддерживает совместную работу в реальном времени, что обеспечивает эффективное взаимодействие между членами команды. Trello предлагает гибкие возможности настройки, включая интеграцию с другими сервисами и шаблоны для различных типов проектов.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4727" y="417715"/>
            <a:ext cx="10141509" cy="581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Обзор Asana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454727" y="1662545"/>
            <a:ext cx="6650182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Asana — это инструмент управления задачами, который помогает командам планировать, организовывать и отслеживать рабочие процессы в Agile-проектах.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54727" y="2909455"/>
            <a:ext cx="6650182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Платформа предлагает гибкие возможности настройки рабочих пространств, интеграции с другими сервисами и инструменты для совместной работы, что обеспечивает высокую эффективность и прозрачность выполнения задач.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54727" y="4089862"/>
            <a:ext cx="6650182" cy="6816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Asana поддерживает различные методологии управления проектами и подходит для команд любого размера.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455" y="415636"/>
            <a:ext cx="3308465" cy="60516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1273" y="1082733"/>
            <a:ext cx="5985132" cy="581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Обзор ClickUp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831273" y="2078182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ClickUp — это комплексный инструмент для управления задачами, который предлагает гибкие возможности для организации рабочего процесса в Agile-проектах.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831273" y="3009207"/>
            <a:ext cx="5818909" cy="931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Платформа интегрирует в себе функции традиционного планирования, тайм-менеджмента и совместной работы, что делает её удобным решением для команд любого размера.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1273" y="3840480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ClickUp поддерживает различные методы управления проектами, включая канбан-доски, списки задач и календари, обеспечивая эффективное взаимодействие участников команды.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09" cy="980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Сравнение популярных инструментов для управления Agile-проектами.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Jira — мощный инструмент для управления проектами, который позволяет отслеживать задачи, управлять версиями и интегрируется с другими сервисами.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2078182"/>
            <a:ext cx="3325091" cy="2676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Trello и Asana предлагают удобные и интуитивно понятные интерфейсы для организации задач и совместной работы в командах, при этом Trello отличается гибкостью и простотой в использовании, а Asana предоставляет расширенные возможности для планирования и отчетности.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28364" y="2078182"/>
            <a:ext cx="3325091" cy="1679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ClickUp сочетает в себе функции управления задачами, календарями и документами, предлагая пользователям единый инструмент для всех аспектов проектной работы.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23702"/>
            <a:ext cx="4680065" cy="60516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18909" y="1082733"/>
            <a:ext cx="5985133" cy="980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Описание возможностей для Scrum и Kanban.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818909" y="2078182"/>
            <a:ext cx="5818909" cy="1928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Scrum и Kanban — гибкие методологии управления проектами, которые позволяют эффективно распределять задачи и контролировать сроки их выполнения. Jira, Trello, Asana и ClickUp предоставляют широкие возможности для реализации принципов Scrum и Kanban, включая планирование спринтов, отслеживание задач, визуализацию рабочего процесса и адаптацию под индивидуальные потребности команды.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818909" y="4006735"/>
            <a:ext cx="5818909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Эти инструменты способствуют повышению прозрачности и улучшению коммуникации между участниками проекта, что особенно важно для успешной работы в рамках гибких методологий.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636" y="833351"/>
            <a:ext cx="10141509" cy="581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</a:rPr>
              <a:t>Примеры настройки спринтов и досок задач.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15636" y="2078182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В Jira можно настроить спринты по времени и задачам, выбрав длительность и настроив автоматические напоминания для участников.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0" y="2078182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Trello позволяет создавать доски с карточками для задач и устанавливать сроки выполнения, а также добавлять комментарии для коммуникации.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28364" y="2078182"/>
            <a:ext cx="3325091" cy="1429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Asana даёт возможность настроить шаблоны спринтов и досок, что упрощает создание новых проектов и ускоряет работу над задачами.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46909" y="2080260"/>
            <a:ext cx="10141509" cy="7814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0000"/>
                </a:solidFill>
              </a:rPr>
              <a:t>Спасибо за внимание!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246909" y="3325091"/>
            <a:ext cx="9975273" cy="1180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Спасибо за внимание. В этой презентации мы рассмотрели основные инструменты управления задачами в Agile-проектах, такие как Jira, Trello, Asana и ClickUp. Мы также провели их сравнение и описали возможности для Scrum и Kanban, что поможет вам выбрать наиболее подходящий инструмент для вашего проекта. Надеемся, что эта информация будет полезна для оптимизации рабочих процессов.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</Words>
  <Application>Microsoft Office PowerPoint</Application>
  <PresentationFormat>Широкоэкранный</PresentationFormat>
  <Paragraphs>38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Вальтер</cp:lastModifiedBy>
  <cp:revision>2</cp:revision>
  <dcterms:created xsi:type="dcterms:W3CDTF">2025-12-01T09:58:23Z</dcterms:created>
  <dcterms:modified xsi:type="dcterms:W3CDTF">2025-12-01T10:00:08Z</dcterms:modified>
</cp:coreProperties>
</file>